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63" r:id="rId113"/>
    <p:sldId id="364" r:id="rId114"/>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08.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08.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07.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5.xml"/><Relationship Id="rId114" Type="http://schemas.openxmlformats.org/officeDocument/2006/relationships/slide" Target="slides/slide10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