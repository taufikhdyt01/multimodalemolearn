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7.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7.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6.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731520"/>
            <a:ext cx="8595360" cy="109728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400" b="0" i="0"/>
              <a:t/>
            </a:r>
          </a:p>
          <a:p>
            <a:pPr algn="l"/>
            <a:r>
              <a:rPr sz="1000" b="1" i="0">
                <a:solidFill>
                  <a:srgbClr val="202020"/>
                </a:solidFill>
              </a:rPr>
              <a:t>Status: Revisi draft sudah selesai</a:t>
            </a:r>
          </a:p>
          <a:p>
            <a:pPr algn="l"/>
            <a:r>
              <a:rPr sz="950" b="0" i="0">
                <a:solidFill>
                  <a:srgbClr val="666666"/>
                </a:solidFill>
              </a:rPr>
              <a:t>(sebelumnya sempat pending)</a:t>
            </a:r>
          </a:p>
          <a:p>
            <a:pPr algn="l"/>
            <a:r>
              <a:rPr sz="400" b="0" i="0"/>
              <a:t/>
            </a:r>
          </a:p>
          <a:p>
            <a:pPr algn="l"/>
            <a:r>
              <a:rPr sz="1000" b="0" i="0">
                <a:solidFill>
                  <a:srgbClr val="202020"/>
                </a:solidFill>
              </a:rPr>
              <a:t>Pertanyaan: Mohon arahan selanjutnya untuk proses submit/review</a:t>
            </a:r>
          </a:p>
        </p:txBody>
      </p:sp>
      <p:sp>
        <p:nvSpPr>
          <p:cNvPr id="4" name="TextBox 3"/>
          <p:cNvSpPr txBox="1"/>
          <p:nvPr/>
        </p:nvSpPr>
        <p:spPr>
          <a:xfrm>
            <a:off x="274320" y="1965960"/>
            <a:ext cx="8595360" cy="1645920"/>
          </a:xfrm>
          <a:prstGeom prst="rect">
            <a:avLst/>
          </a:prstGeom>
          <a:solidFill>
            <a:srgbClr val="FFF0CC"/>
          </a:solidFill>
        </p:spPr>
        <p:txBody>
          <a:bodyPr wrap="square">
            <a:spAutoFit/>
          </a:bodyPr>
          <a:lstStyle/>
          <a:p>
            <a:pPr algn="l"/>
            <a:r>
              <a:rPr sz="1100" b="1" i="0">
                <a:solidFill>
                  <a:srgbClr val="E65100"/>
                </a:solidFill>
              </a:rPr>
              <a:t>2. Draft Paper JITECH (untuk akselerasi)</a:t>
            </a:r>
          </a:p>
          <a:p>
            <a:pPr algn="l"/>
            <a:r>
              <a:rPr sz="400" b="0" i="0"/>
              <a:t/>
            </a:r>
          </a:p>
          <a:p>
            <a:pPr algn="l"/>
            <a:r>
              <a:rPr sz="1000" b="1" i="0">
                <a:solidFill>
                  <a:srgbClr val="202020"/>
                </a:solidFill>
              </a:rPr>
              <a:t>Pertanyaan:</a:t>
            </a:r>
          </a:p>
          <a:p>
            <a:pPr algn="l"/>
            <a:r>
              <a:rPr sz="4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50" b="0" i="0">
                <a:solidFill>
                  <a:srgbClr val="666666"/>
                </a:solidFill>
              </a:rPr>
              <a:t>   - Front-only saja atau termasuk front+side?</a:t>
            </a:r>
          </a:p>
          <a:p>
            <a:pPr algn="l"/>
            <a:r>
              <a:rPr sz="950" b="0" i="0">
                <a:solidFill>
                  <a:srgbClr val="666666"/>
                </a:solidFill>
              </a:rPr>
              <a:t>   - 4-class saja atau 7-class juga?</a:t>
            </a:r>
          </a:p>
          <a:p>
            <a:pPr algn="l"/>
            <a:r>
              <a:rPr sz="950" b="0" i="0">
                <a:solidFill>
                  <a:srgbClr val="666666"/>
                </a:solidFill>
              </a:rPr>
              <a:t>   - Termasuk benchmark (JAFFE/CK+)?</a:t>
            </a:r>
          </a:p>
          <a:p>
            <a:pPr algn="l"/>
            <a:r>
              <a:rPr sz="950" b="0" i="0">
                <a:solidFill>
                  <a:srgbClr val="666666"/>
                </a:solidFill>
              </a:rPr>
              <a:t>   - Transfer Learning saja atau semua model?</a:t>
            </a:r>
          </a:p>
        </p:txBody>
      </p:sp>
      <p:sp>
        <p:nvSpPr>
          <p:cNvPr id="5" name="TextBox 4"/>
          <p:cNvSpPr txBox="1"/>
          <p:nvPr/>
        </p:nvSpPr>
        <p:spPr>
          <a:xfrm>
            <a:off x="274320" y="3749039"/>
            <a:ext cx="8595360" cy="320040"/>
          </a:xfrm>
          <a:prstGeom prst="rect">
            <a:avLst/>
          </a:prstGeom>
          <a:solidFill>
            <a:srgbClr val="E8F0FE"/>
          </a:solidFill>
        </p:spPr>
        <p:txBody>
          <a:bodyPr wrap="square">
            <a:spAutoFit/>
          </a:bodyPr>
          <a:lstStyle/>
          <a:p>
            <a:pPr algn="ctr"/>
            <a:r>
              <a:rPr sz="950" b="1" i="0">
                <a:solidFill>
                  <a:srgbClr val="202020"/>
                </a:solidFill>
              </a:rPr>
              <a:t>Mohon arahan Pak Fitra terkait scope dan timeline kedua paper ini</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