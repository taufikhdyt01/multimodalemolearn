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1.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1.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0.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320040"/>
          </a:xfrm>
          <a:prstGeom prst="rect">
            <a:avLst/>
          </a:prstGeom>
          <a:noFill/>
        </p:spPr>
        <p:txBody>
          <a:bodyPr wrap="square">
            <a:spAutoFit/>
          </a:bodyPr>
          <a:lstStyle/>
          <a:p>
            <a:pPr algn="l"/>
            <a:r>
              <a:rPr sz="750" b="0" i="1">
                <a:solidFill>
                  <a:srgbClr val="666666"/>
                </a:solidFill>
              </a:rPr>
              <a:t>Catatan: Paper SOTA pakai arsitektur lebih besar (VGG/EfficientNet), sebagian random split. Penelitian ini pakai ResNet18 + subject-wise CV/LOSO yang lebih ketat.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i="0">
                <a:solidFill>
                  <a:srgbClr val="202020"/>
                </a:solidFill>
              </a:rPr>
              <a:t>Evaluasi yang dilakukan:</a:t>
            </a:r>
          </a:p>
          <a:p>
            <a:pPr algn="l"/>
            <a:r>
              <a:rPr sz="950" b="0" i="0">
                <a:solidFill>
                  <a:srgbClr val="202020"/>
                </a:solidFill>
              </a:rPr>
              <a:t>1. Single Split (80/10/10 subject-wise) -- semua model, B1 Baseline</a:t>
            </a:r>
          </a:p>
          <a:p>
            <a:pPr algn="l"/>
            <a:r>
              <a:rPr sz="950" b="0" i="0">
                <a:solidFill>
                  <a:srgbClr val="202020"/>
                </a:solidFill>
              </a:rPr>
              <a:t>2. JAFFE: LOSO (10 fold = 10 subjek) -- semua model</a:t>
            </a:r>
          </a:p>
          <a:p>
            <a:pPr algn="l"/>
            <a:r>
              <a:rPr sz="950" b="0" i="0">
                <a:solidFill>
                  <a:srgbClr val="202020"/>
                </a:solidFill>
              </a:rPr>
              <a:t>3. CK+: 10-Fold CV (subject-wise) -- semua model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