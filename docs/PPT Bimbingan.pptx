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6.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6.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5.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pPr algn="ctr"/>
                      <a:r>
                        <a:rPr sz="1000" b="0">
                          <a:solidFill>
                            <a:srgbClr val="202020"/>
                          </a:solidFill>
                        </a:rPr>
                        <a:t>Dari Pak Fitra</a:t>
                      </a:r>
                    </a:p>
                  </a:txBody>
                  <a:tcPr>
                    <a:solidFill>
                      <a:srgbClr val="FFFFFF"/>
                    </a:solidFill>
                  </a:tcPr>
                </a:tc>
                <a:tc>
                  <a:txBody>
                    <a:bodyPr/>
                    <a:lstStyle/>
                    <a:p>
                      <a:pPr algn="ctr"/>
                      <a:r>
                        <a:rPr sz="1000" b="0">
                          <a:solidFill>
                            <a:srgbClr val="202020"/>
                          </a:solidFill>
                        </a:rPr>
                        <a:t>Menunggu rekomendasi</a:t>
                      </a:r>
                    </a:p>
                  </a:txBody>
                  <a:tcPr>
                    <a:solidFill>
                      <a:srgbClr val="FFF0CC"/>
                    </a:solidFill>
                  </a:tcPr>
                </a:tc>
                <a:tc>
                  <a:txBody>
                    <a:bodyPr/>
                    <a:lstStyle/>
                    <a:p>
                      <a:pPr algn="l"/>
                      <a:r>
                        <a:rPr sz="1000" b="0">
                          <a:solidFill>
                            <a:srgbClr val="202020"/>
                          </a:solidFill>
                        </a:rPr>
                        <a:t>Mohon rekomendasi dari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pPr algn="ctr"/>
                      <a:r>
                        <a:rPr sz="1000" b="0">
                          <a:solidFill>
                            <a:srgbClr val="202020"/>
                          </a:solidFill>
                        </a:rPr>
                        <a:t>Dari Pak Fitra</a:t>
                      </a:r>
                    </a:p>
                  </a:txBody>
                  <a:tcPr>
                    <a:solidFill>
                      <a:srgbClr val="E8F0FE"/>
                    </a:solidFill>
                  </a:tcPr>
                </a:tc>
                <a:tc>
                  <a:txBody>
                    <a:bodyPr/>
                    <a:lstStyle/>
                    <a:p>
                      <a:pPr algn="ctr"/>
                      <a:r>
                        <a:rPr sz="1000" b="0">
                          <a:solidFill>
                            <a:srgbClr val="202020"/>
                          </a:solidFill>
                        </a:rPr>
                        <a:t>Menunggu rekomendasi</a:t>
                      </a:r>
                    </a:p>
                  </a:txBody>
                  <a:tcPr>
                    <a:solidFill>
                      <a:srgbClr val="FFF0CC"/>
                    </a:solidFill>
                  </a:tcPr>
                </a:tc>
                <a:tc>
                  <a:txBody>
                    <a:bodyPr/>
                    <a:lstStyle/>
                    <a:p>
                      <a:pPr algn="l"/>
                      <a:r>
                        <a:rPr sz="1000" b="0">
                          <a:solidFill>
                            <a:srgbClr val="202020"/>
                          </a:solidFill>
                        </a:rPr>
                        <a:t>Mohon rekomendasi dari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i="0">
                <a:solidFill>
                  <a:srgbClr val="E65100"/>
                </a:solidFill>
              </a:rPr>
              <a:t>Pertanyaan untuk Pak Fitra:</a:t>
            </a:r>
          </a:p>
          <a:p>
            <a:pPr algn="l"/>
            <a:r>
              <a:rPr sz="400" b="0" i="0"/>
              <a:t/>
            </a:r>
          </a:p>
          <a:p>
            <a:pPr algn="l"/>
            <a:r>
              <a:rPr sz="950" b="0" i="0">
                <a:solidFill>
                  <a:srgbClr val="202020"/>
                </a:solidFill>
              </a:rPr>
              <a:t>1. Apakah Pak Fitra punya rekomendasi</a:t>
            </a:r>
          </a:p>
          <a:p>
            <a:pPr algn="l"/>
            <a:r>
              <a:rPr sz="950" b="0" i="0">
                <a:solidFill>
                  <a:srgbClr val="202020"/>
                </a:solidFill>
              </a:rPr>
              <a:t>   2 orang berlatar psikologi?</a:t>
            </a:r>
          </a:p>
          <a:p>
            <a:pPr algn="l"/>
            <a:r>
              <a:rPr sz="950" b="0" i="0">
                <a:solidFill>
                  <a:srgbClr val="202020"/>
                </a:solidFill>
              </a:rPr>
              <a:t>2. Boleh mahasiswa S2/S3 psikologi?</a:t>
            </a:r>
          </a:p>
          <a:p>
            <a:pPr algn="l"/>
            <a:r>
              <a:rPr sz="950" b="0" i="0">
                <a:solidFill>
                  <a:srgbClr val="202020"/>
                </a:solidFill>
              </a:rPr>
              <a:t>3. Apakah perlu honorarium?</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